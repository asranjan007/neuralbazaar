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Market Dashboard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system components:</a:t>
            </a:r>
          </a:p>
          <a:p>
            <a:r>
              <a:t>- Streamlit UI</a:t>
            </a:r>
          </a:p>
          <a:p>
            <a:r>
              <a:t>- YFinance data fetch</a:t>
            </a:r>
          </a:p>
          <a:p>
            <a:r>
              <a:t>- Indicator engine</a:t>
            </a:r>
          </a:p>
          <a:p>
            <a:r>
              <a:t>- Strategy module</a:t>
            </a:r>
          </a:p>
          <a:p>
            <a:r>
              <a:t>- LSTM forecast module</a:t>
            </a:r>
          </a:p>
          <a:p>
            <a:r>
              <a:t>- Backtest and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Flow:</a:t>
            </a:r>
          </a:p>
          <a:p>
            <a:r>
              <a:t>1. User selects ticker/dates/strategy</a:t>
            </a:r>
          </a:p>
          <a:p>
            <a:r>
              <a:t>2. App fetches market OHLC from YFinance</a:t>
            </a:r>
          </a:p>
          <a:p>
            <a:r>
              <a:t>3. Compute technical indicators (RSI, MACD, Bollinger)</a:t>
            </a:r>
          </a:p>
          <a:p>
            <a:r>
              <a:t>4. Strategy generates signals</a:t>
            </a:r>
          </a:p>
          <a:p>
            <a:r>
              <a:t>5. Backtest calculates profit/trades</a:t>
            </a:r>
          </a:p>
          <a:p>
            <a:r>
              <a:t>6. LSTM forecast predicts next 7 trading days</a:t>
            </a:r>
          </a:p>
          <a:p>
            <a:r>
              <a:t>7. UI shows charts and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RSI: overbought/oversold strength</a:t>
            </a:r>
          </a:p>
          <a:p>
            <a:r>
              <a:t>MACD: trend momentum &amp; crossovers</a:t>
            </a:r>
          </a:p>
          <a:p>
            <a:r>
              <a:t>Bollinger Bands: volatility + mean reversion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RSI Strategy: buy when RSI &lt;30, sell when &gt;70</a:t>
            </a:r>
          </a:p>
          <a:p>
            <a:r>
              <a:t>MACD Strategy: buy when MACD line crosses above signal line, sell reverse</a:t>
            </a:r>
          </a:p>
          <a:p>
            <a:r>
              <a:t>Bollinger Strategy: buy near lower band, sell near upper band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Forecast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past close+indicators to train sequence model</a:t>
            </a:r>
          </a:p>
          <a:p>
            <a:r>
              <a:t>Attention layer -&gt; dense output forecast</a:t>
            </a:r>
          </a:p>
          <a:p>
            <a:r>
              <a:t>Predict next 7 valid trading days (skip weekends/holidays)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Page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Sidebar inputs, tabs: Summary, Chart, Indicators, Forecast, Strategy</a:t>
            </a:r>
          </a:p>
          <a:p>
            <a:r>
              <a:t>Metrics, charts, tables, download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-&gt; App: run with settings</a:t>
            </a:r>
          </a:p>
          <a:p>
            <a:r>
              <a:t>App -&gt; YFinance: fetch price</a:t>
            </a:r>
          </a:p>
          <a:p>
            <a:r>
              <a:t>App -&gt; indicator module: compute indicators</a:t>
            </a:r>
          </a:p>
          <a:p>
            <a:r>
              <a:t>App -&gt; strategy: signal generation</a:t>
            </a:r>
          </a:p>
          <a:p>
            <a:r>
              <a:t>App -&gt; backtest: trade simulation</a:t>
            </a:r>
          </a:p>
          <a:p>
            <a:r>
              <a:t>App -&gt; LSTM: forecast compute</a:t>
            </a:r>
          </a:p>
          <a:p>
            <a:r>
              <a:t>App -&gt; Streamlit: render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to use and improve:</a:t>
            </a:r>
          </a:p>
          <a:p>
            <a:r>
              <a:t>- add more indices and exchange support</a:t>
            </a:r>
          </a:p>
          <a:p>
            <a:r>
              <a:t>- include risk metrics (Sharpe, drawdown)</a:t>
            </a:r>
          </a:p>
          <a:p>
            <a:r>
              <a:t>- persistent data caching</a:t>
            </a:r>
          </a:p>
          <a:p>
            <a:r>
              <a:t>- model versioning and hyperparameter 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